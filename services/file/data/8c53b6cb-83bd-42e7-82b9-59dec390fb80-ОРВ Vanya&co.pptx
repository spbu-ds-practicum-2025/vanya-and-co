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80" r:id="rId2"/>
    <p:sldId id="281" r:id="rId3"/>
    <p:sldId id="287" r:id="rId4"/>
    <p:sldId id="288" r:id="rId5"/>
    <p:sldId id="285" r:id="rId6"/>
    <p:sldId id="286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Софья Киселева" initials="СК" lastIdx="1" clrIdx="0">
    <p:extLst>
      <p:ext uri="{19B8F6BF-5375-455C-9EA6-DF929625EA0E}">
        <p15:presenceInfo xmlns:p15="http://schemas.microsoft.com/office/powerpoint/2012/main" userId="8123de29e10383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2B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>
      <p:cViewPr varScale="1">
        <p:scale>
          <a:sx n="76" d="100"/>
          <a:sy n="76" d="100"/>
        </p:scale>
        <p:origin x="77" y="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10-09T16:58:57.571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FABA-D603-46B8-94C7-F73A40963B6B}" type="datetimeFigureOut">
              <a:rPr lang="ru-RU" smtClean="0"/>
              <a:t>21.11.2025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C2C539-D2AA-42BB-9DB2-01C91D0B00A3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2015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990656" cy="1470025"/>
          </a:xfrm>
        </p:spPr>
        <p:txBody>
          <a:bodyPr>
            <a:normAutofit/>
          </a:bodyPr>
          <a:lstStyle>
            <a:lvl1pPr algn="r">
              <a:defRPr sz="4000" cap="all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4988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 БЕЛЫ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422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рабочая страниц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2339752" y="274638"/>
            <a:ext cx="6624736" cy="706090"/>
          </a:xfrm>
        </p:spPr>
        <p:txBody>
          <a:bodyPr>
            <a:normAutofit/>
          </a:bodyPr>
          <a:lstStyle>
            <a:lvl1pPr algn="r">
              <a:defRPr sz="2800" cap="all" baseline="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ru-RU" dirty="0"/>
              <a:t>Колонтитул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703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бочая страница СЕРЫЙ ФОН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8" name="Заголовок 1"/>
          <p:cNvSpPr txBox="1">
            <a:spLocks/>
          </p:cNvSpPr>
          <p:nvPr userDrawn="1"/>
        </p:nvSpPr>
        <p:spPr>
          <a:xfrm>
            <a:off x="2339752" y="274638"/>
            <a:ext cx="6624736" cy="706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2800" kern="1200" cap="all" baseline="0">
                <a:solidFill>
                  <a:schemeClr val="accent2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Колонтитул</a:t>
            </a:r>
          </a:p>
        </p:txBody>
      </p:sp>
      <p:sp>
        <p:nvSpPr>
          <p:cNvPr id="9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577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кадр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5436033" y="5373216"/>
            <a:ext cx="31454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ru-RU" dirty="0">
                <a:solidFill>
                  <a:schemeClr val="bg1"/>
                </a:solidFill>
              </a:rPr>
              <a:t>Санкт-Петербургский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государственный</a:t>
            </a:r>
            <a:r>
              <a:rPr lang="ru-RU" baseline="0" dirty="0">
                <a:solidFill>
                  <a:schemeClr val="bg1"/>
                </a:solidFill>
              </a:rPr>
              <a:t> университет</a:t>
            </a:r>
            <a:br>
              <a:rPr lang="ru-RU" baseline="0" dirty="0">
                <a:solidFill>
                  <a:schemeClr val="bg1"/>
                </a:solidFill>
              </a:rPr>
            </a:br>
            <a:r>
              <a:rPr lang="en-US" b="1" baseline="0" dirty="0">
                <a:solidFill>
                  <a:schemeClr val="bg1"/>
                </a:solidFill>
              </a:rPr>
              <a:t>spbu.ru</a:t>
            </a:r>
            <a:endParaRPr lang="ru-RU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774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EAB62-4EEE-43F2-A223-FD26436F8458}" type="datetime1">
              <a:rPr lang="ru-RU" smtClean="0"/>
              <a:t>21.11.2025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43867-4E32-4E2D-8739-58246E7E28D2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403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5" r:id="rId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990656" cy="1470025"/>
          </a:xfrm>
        </p:spPr>
        <p:txBody>
          <a:bodyPr>
            <a:normAutofit fontScale="90000"/>
          </a:bodyPr>
          <a:lstStyle/>
          <a:p>
            <a:r>
              <a:rPr lang="ru-RU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ПРоект</a:t>
            </a:r>
            <a:r>
              <a:rPr lang="ru-RU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Облачное файловое хранилище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3D35B4-3324-4642-BF27-128E8B57ACC0}"/>
              </a:ext>
            </a:extLst>
          </p:cNvPr>
          <p:cNvSpPr txBox="1"/>
          <p:nvPr/>
        </p:nvSpPr>
        <p:spPr>
          <a:xfrm>
            <a:off x="2483768" y="2420888"/>
            <a:ext cx="67687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Цель:</a:t>
            </a:r>
            <a:b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Разработка безопасного и масштабируемого облачного хранилища для хранения, совместного использования и редактирования файлов.</a:t>
            </a:r>
            <a:b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</a:br>
            <a:br>
              <a:rPr lang="ru-RU" dirty="0"/>
            </a:b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D26722-BE2D-4775-A6B3-53416FC5770F}"/>
              </a:ext>
            </a:extLst>
          </p:cNvPr>
          <p:cNvSpPr txBox="1"/>
          <p:nvPr/>
        </p:nvSpPr>
        <p:spPr>
          <a:xfrm>
            <a:off x="4355976" y="4449886"/>
            <a:ext cx="6336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Команда разработки: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Лосев Иван – тимлид, разработчик;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Киселева Софья – разработчик;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67E0C-EF0C-467C-B925-8FFCE17B70BB}"/>
              </a:ext>
            </a:extLst>
          </p:cNvPr>
          <p:cNvSpPr txBox="1"/>
          <p:nvPr/>
        </p:nvSpPr>
        <p:spPr>
          <a:xfrm>
            <a:off x="323528" y="6093296"/>
            <a:ext cx="554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</a:lstStyle>
          <a:p>
            <a:r>
              <a:rPr lang="ru-RU" dirty="0">
                <a:solidFill>
                  <a:schemeClr val="bg1"/>
                </a:solidFill>
              </a:rPr>
              <a:t>Показ демо-версии проекта 22.11.2025</a:t>
            </a:r>
          </a:p>
        </p:txBody>
      </p:sp>
    </p:spTree>
    <p:extLst>
      <p:ext uri="{BB962C8B-B14F-4D97-AF65-F5344CB8AC3E}">
        <p14:creationId xmlns:p14="http://schemas.microsoft.com/office/powerpoint/2010/main" val="1000176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Выполненные этапы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CCABD-7C14-41A6-87A4-5C7129405BA0}"/>
              </a:ext>
            </a:extLst>
          </p:cNvPr>
          <p:cNvSpPr txBox="1"/>
          <p:nvPr/>
        </p:nvSpPr>
        <p:spPr>
          <a:xfrm>
            <a:off x="4211960" y="1243786"/>
            <a:ext cx="518457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sz="2000" b="1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Этап 1 — Базовая инфраструктура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Проектирование архитектуры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API Gateway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 err="1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endParaRPr lang="ru-RU" sz="2000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File Storage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</a:t>
            </a:r>
            <a:r>
              <a:rPr lang="ru-RU" sz="2000" b="0" i="0" dirty="0">
                <a:solidFill>
                  <a:srgbClr val="1F2328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астройка окружения и CI/CD</a:t>
            </a:r>
          </a:p>
          <a:p>
            <a:pPr algn="l"/>
            <a:endParaRPr lang="ru-RU" sz="2000" dirty="0">
              <a:solidFill>
                <a:srgbClr val="1F232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sz="2000" b="1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 2 — Пользователи и доступ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сервиса </a:t>
            </a:r>
            <a:r>
              <a:rPr lang="ru-RU" sz="2000" dirty="0" err="1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ru-RU" sz="20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регистрация, аутентификация, управление сессиями и токенами. Интеграция </a:t>
            </a:r>
            <a:r>
              <a:rPr lang="ru-RU" sz="2000" dirty="0" err="1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</a:t>
            </a:r>
            <a:r>
              <a:rPr lang="ru-RU" sz="20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с API Gateway.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ru-RU" sz="20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Настройка ролей и прав доступа.</a:t>
            </a:r>
          </a:p>
          <a:p>
            <a:pPr algn="l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06CBE38-8A42-439F-B9CF-81871A36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41" y="1916832"/>
            <a:ext cx="3929707" cy="34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933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FC578-70F3-475B-949A-1D1394B1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 закрытые этапы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CE8E50-1228-487F-94D8-43EA18BD5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2200" b="1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Этап 3 — Файловое хранилище</a:t>
            </a:r>
          </a:p>
          <a:p>
            <a:pPr algn="l"/>
            <a:r>
              <a:rPr lang="ru-RU" sz="22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Реализация сервиса </a:t>
            </a:r>
            <a:r>
              <a:rPr lang="ru-RU" sz="2200" dirty="0" err="1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FileStorage</a:t>
            </a:r>
            <a:r>
              <a:rPr lang="ru-RU" sz="22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загрузка файла, выгрузка файла, хранение метаданных (владелец, права доступа, история изменений). Интеграция с API Gateway.</a:t>
            </a:r>
          </a:p>
          <a:p>
            <a:pPr marL="0" indent="0" algn="l">
              <a:buNone/>
            </a:pPr>
            <a:r>
              <a:rPr lang="ru-RU" sz="2200" b="1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Тестирование: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Модульные и интеграционные тесты.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200" dirty="0">
                <a:solidFill>
                  <a:srgbClr val="1F232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Проверка прав доступа и граничных случаев.</a:t>
            </a:r>
          </a:p>
          <a:p>
            <a:pPr algn="l"/>
            <a:endParaRPr lang="ru-RU" b="0" i="0" dirty="0">
              <a:solidFill>
                <a:srgbClr val="1F2328"/>
              </a:solidFill>
              <a:effectLst/>
              <a:latin typeface="-apple-system"/>
            </a:endParaRP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8777D2-6934-495D-85E1-A6C63F1A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3619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1632F4-21A1-4AF7-8B7C-8716B284B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 до показа финальной версии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506343-5631-466B-8CDC-F6A3E4048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50442"/>
            <a:ext cx="8229600" cy="4525963"/>
          </a:xfrm>
        </p:spPr>
        <p:txBody>
          <a:bodyPr/>
          <a:lstStyle/>
          <a:p>
            <a:r>
              <a:rPr lang="ru-RU" dirty="0"/>
              <a:t>Собрать проект полностью</a:t>
            </a:r>
          </a:p>
          <a:p>
            <a:r>
              <a:rPr lang="ru-RU" dirty="0"/>
              <a:t>Добавить минимальный </a:t>
            </a:r>
            <a:r>
              <a:rPr lang="en-US" dirty="0"/>
              <a:t>GUI</a:t>
            </a:r>
          </a:p>
          <a:p>
            <a:r>
              <a:rPr lang="ru-RU" dirty="0"/>
              <a:t>Выполнить тестирование согласно первоначальному плану</a:t>
            </a:r>
          </a:p>
          <a:p>
            <a:r>
              <a:rPr lang="ru-RU" dirty="0"/>
              <a:t>Приблизиться к полному выполнению </a:t>
            </a:r>
            <a:r>
              <a:rPr lang="en-US" dirty="0"/>
              <a:t>DoD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4E422E-6EE6-4E30-BD8C-6DBB473F3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09480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0773C-2478-4C6B-AE3D-A042884B4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DOD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CC8A04-1FB9-4918-8BBE-0C805D0D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b="1" dirty="0"/>
              <a:t>Функциональные критерии: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Пользователь может зарегистрироваться и войти в систему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Загрузка и скачивание файлов работают корректно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Права доступа корректно проверяются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Публичные и приватные ссылки действительны и управляемы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</a:t>
            </a:r>
            <a:r>
              <a:rPr lang="ru-RU" b="1" dirty="0"/>
              <a:t>Технические критерии:</a:t>
            </a:r>
            <a:endParaRPr lang="ru-RU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Модульные и интеграционные тесты пройдены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Масштабируемость подтверждена тестированием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Документация по API и архитектуре оформлена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Код задокументирован и разбит на сервисы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2CB54C8-D239-4DC5-A622-03A833CEE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743867-4E32-4E2D-8739-58246E7E28D2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29476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CE4225-3093-4FBA-AFB6-FF5E3BCCB507}"/>
              </a:ext>
            </a:extLst>
          </p:cNvPr>
          <p:cNvSpPr txBox="1"/>
          <p:nvPr/>
        </p:nvSpPr>
        <p:spPr>
          <a:xfrm>
            <a:off x="3491880" y="1124744"/>
            <a:ext cx="4464496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350" dirty="0">
                <a:solidFill>
                  <a:schemeClr val="bg1"/>
                </a:solidFill>
              </a:rPr>
              <a:t>На этом все!</a:t>
            </a:r>
            <a:br>
              <a:rPr lang="ru-RU" sz="3350" dirty="0">
                <a:solidFill>
                  <a:schemeClr val="bg1"/>
                </a:solidFill>
              </a:rPr>
            </a:br>
            <a:r>
              <a:rPr lang="ru-RU" sz="3350" dirty="0">
                <a:solidFill>
                  <a:schemeClr val="bg1"/>
                </a:solidFill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61710150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2016_01_SPbU_template_4x3_ру</Template>
  <TotalTime>852</TotalTime>
  <Words>232</Words>
  <Application>Microsoft Office PowerPoint</Application>
  <PresentationFormat>Экран (4:3)</PresentationFormat>
  <Paragraphs>43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-apple-system</vt:lpstr>
      <vt:lpstr>Arial</vt:lpstr>
      <vt:lpstr>Calibri</vt:lpstr>
      <vt:lpstr>quote-cjk-patch</vt:lpstr>
      <vt:lpstr>Тема Office</vt:lpstr>
      <vt:lpstr>ПРоект: Облачное файловое хранилище </vt:lpstr>
      <vt:lpstr>Выполненные этапы </vt:lpstr>
      <vt:lpstr>Не закрытые этапы</vt:lpstr>
      <vt:lpstr>План до показа финальной версии</vt:lpstr>
      <vt:lpstr>DOD</vt:lpstr>
      <vt:lpstr>Презентация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Облачное файловое хранилище </dc:title>
  <dc:creator>Софья Киселева</dc:creator>
  <cp:lastModifiedBy>Софья Киселева</cp:lastModifiedBy>
  <cp:revision>15</cp:revision>
  <dcterms:created xsi:type="dcterms:W3CDTF">2025-10-09T13:54:24Z</dcterms:created>
  <dcterms:modified xsi:type="dcterms:W3CDTF">2025-11-21T21:08:39Z</dcterms:modified>
</cp:coreProperties>
</file>