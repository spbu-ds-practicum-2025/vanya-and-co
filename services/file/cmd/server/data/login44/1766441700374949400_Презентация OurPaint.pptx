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585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218" y="498764"/>
            <a:ext cx="4804756" cy="48047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4256116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1019532" y="1438102"/>
            <a:ext cx="5985163" cy="1379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200" b="1" dirty="0">
                <a:solidFill>
                  <a:srgbClr val="000000"/>
                </a:solidFill>
              </a:rPr>
              <a:t>Команда </a:t>
            </a:r>
            <a:r>
              <a:rPr lang="en-US" sz="2200" b="1" dirty="0">
                <a:solidFill>
                  <a:srgbClr val="000000"/>
                </a:solidFill>
              </a:rPr>
              <a:t>Dev. </a:t>
            </a:r>
            <a:endParaRPr lang="ru-RU" sz="2200" b="1" dirty="0">
              <a:solidFill>
                <a:srgbClr val="000000"/>
              </a:solidFill>
            </a:endParaRPr>
          </a:p>
          <a:p>
            <a:pPr marL="0" indent="0" algn="l">
              <a:buNone/>
            </a:pPr>
            <a:r>
              <a:rPr lang="ru-RU" sz="2200" b="1" dirty="0">
                <a:solidFill>
                  <a:srgbClr val="000000"/>
                </a:solidFill>
              </a:rPr>
              <a:t>Проект </a:t>
            </a:r>
            <a:r>
              <a:rPr lang="en-US" sz="2200" b="1" dirty="0" err="1">
                <a:solidFill>
                  <a:srgbClr val="000000"/>
                </a:solidFill>
              </a:rPr>
              <a:t>OurPaint</a:t>
            </a:r>
            <a:r>
              <a:rPr lang="ru-RU" sz="2200" b="1">
                <a:solidFill>
                  <a:srgbClr val="000000"/>
                </a:solidFill>
              </a:rPr>
              <a:t> - многопользовательский </a:t>
            </a:r>
            <a:r>
              <a:rPr lang="ru-RU" sz="2200" b="1" dirty="0">
                <a:solidFill>
                  <a:srgbClr val="000000"/>
                </a:solidFill>
              </a:rPr>
              <a:t>графический редактор.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F69BBC63-8005-4E37-8A76-8A4FF2648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292" y="0"/>
            <a:ext cx="5572072" cy="68580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63" y="0"/>
            <a:ext cx="55720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1528" y="392267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400" b="1" dirty="0">
                <a:solidFill>
                  <a:srgbClr val="000000"/>
                </a:solidFill>
                <a:cs typeface="Mongolian Baiti" panose="03000500000000000000" pitchFamily="66" charset="0"/>
              </a:rPr>
              <a:t>Кто над чем работал:</a:t>
            </a:r>
          </a:p>
        </p:txBody>
      </p:sp>
      <p:sp>
        <p:nvSpPr>
          <p:cNvPr id="4" name="Text 1"/>
          <p:cNvSpPr/>
          <p:nvPr/>
        </p:nvSpPr>
        <p:spPr>
          <a:xfrm>
            <a:off x="383403" y="1023249"/>
            <a:ext cx="3096915" cy="4276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500"/>
              </a:lnSpc>
              <a:spcBef>
                <a:spcPts val="600"/>
              </a:spcBef>
              <a:spcAft>
                <a:spcPts val="1200"/>
              </a:spcAft>
            </a:pPr>
            <a:r>
              <a:rPr lang="ru-RU" dirty="0"/>
              <a:t>Каширский Дмитрий – клиентское приложение (интерфейс</a:t>
            </a:r>
            <a:r>
              <a:rPr lang="en-US" dirty="0"/>
              <a:t>/</a:t>
            </a:r>
            <a:r>
              <a:rPr lang="ru-RU" dirty="0"/>
              <a:t>внутренняя логика</a:t>
            </a:r>
            <a:r>
              <a:rPr lang="en-US" dirty="0"/>
              <a:t>), </a:t>
            </a:r>
            <a:r>
              <a:rPr lang="ru-RU" dirty="0"/>
              <a:t>настройка </a:t>
            </a:r>
            <a:r>
              <a:rPr lang="en-US" dirty="0"/>
              <a:t>docker, </a:t>
            </a:r>
            <a:r>
              <a:rPr lang="ru-RU" dirty="0"/>
              <a:t>сервисы: </a:t>
            </a:r>
            <a:r>
              <a:rPr lang="en-US" dirty="0"/>
              <a:t>API-Gateway, Server Manager, CIH, Processing Server, </a:t>
            </a:r>
            <a:r>
              <a:rPr lang="ru-RU" dirty="0"/>
              <a:t>настройка </a:t>
            </a:r>
            <a:r>
              <a:rPr lang="en-US" dirty="0"/>
              <a:t>WebSocket / HTTP </a:t>
            </a:r>
            <a:r>
              <a:rPr lang="ru-RU" dirty="0"/>
              <a:t>запросов</a:t>
            </a:r>
            <a:r>
              <a:rPr lang="en-US" dirty="0"/>
              <a:t>.</a:t>
            </a:r>
            <a:endParaRPr lang="ru-RU" dirty="0"/>
          </a:p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4550562-79BC-434A-B444-C4AEF8AB54EB}"/>
              </a:ext>
            </a:extLst>
          </p:cNvPr>
          <p:cNvSpPr/>
          <p:nvPr/>
        </p:nvSpPr>
        <p:spPr>
          <a:xfrm>
            <a:off x="4547542" y="106404"/>
            <a:ext cx="3096915" cy="4276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dirty="0"/>
              <a:t>Кривонос Екатерина – внутренняя логика клиентского приложения, настройка интерфейса.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2E2BDF8-50C3-4261-ABFF-F31CDD8F6272}"/>
              </a:ext>
            </a:extLst>
          </p:cNvPr>
          <p:cNvSpPr/>
          <p:nvPr/>
        </p:nvSpPr>
        <p:spPr>
          <a:xfrm>
            <a:off x="8812199" y="106403"/>
            <a:ext cx="3096915" cy="4276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dirty="0"/>
              <a:t>Богданова Валентина – настройка </a:t>
            </a:r>
            <a:r>
              <a:rPr lang="en-US" dirty="0"/>
              <a:t>docker, Processing Server</a:t>
            </a:r>
            <a:r>
              <a:rPr lang="ru-RU" dirty="0"/>
              <a:t>, </a:t>
            </a:r>
            <a:r>
              <a:rPr lang="en-US" dirty="0"/>
              <a:t>Change Information Handler.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23702"/>
            <a:ext cx="46800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8909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5749637" y="656705"/>
            <a:ext cx="598516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400" b="1" dirty="0">
                <a:solidFill>
                  <a:srgbClr val="000000"/>
                </a:solidFill>
                <a:cs typeface="Mongolian Baiti" panose="03000500000000000000" pitchFamily="66" charset="0"/>
              </a:rPr>
              <a:t>С чем возникли проблемы:</a:t>
            </a:r>
            <a:endParaRPr lang="en-US" sz="24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818909" y="3740727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2F2A330-1FA8-4CC3-AF96-69458F652937}"/>
              </a:ext>
            </a:extLst>
          </p:cNvPr>
          <p:cNvSpPr txBox="1">
            <a:spLocks/>
          </p:cNvSpPr>
          <p:nvPr/>
        </p:nvSpPr>
        <p:spPr>
          <a:xfrm>
            <a:off x="5818871" y="1438102"/>
            <a:ext cx="6151343" cy="320879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>
                <a:cs typeface="Mongolian Baiti" panose="03000500000000000000" pitchFamily="66" charset="0"/>
              </a:rPr>
              <a:t>Поддержка верных данных о состоянии серверов и сессий</a:t>
            </a:r>
          </a:p>
          <a:p>
            <a:r>
              <a:rPr lang="ru-RU" sz="2200" dirty="0">
                <a:cs typeface="Mongolian Baiti" panose="03000500000000000000" pitchFamily="66" charset="0"/>
              </a:rPr>
              <a:t>Соединение компонентов системы между собой</a:t>
            </a:r>
            <a:r>
              <a:rPr lang="en-US" sz="22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.</a:t>
            </a:r>
            <a:endParaRPr lang="ru-RU" sz="2200" dirty="0">
              <a:cs typeface="Mongolian Baiti" panose="03000500000000000000" pitchFamily="66" charset="0"/>
            </a:endParaRPr>
          </a:p>
          <a:p>
            <a:r>
              <a:rPr lang="ru-RU" sz="22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Сложности с использованием новых технологий.</a:t>
            </a:r>
            <a:endParaRPr lang="en-US" sz="22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endParaRPr lang="ru-RU" sz="2200" dirty="0">
              <a:cs typeface="Mongolian Baiti" panose="03000500000000000000" pitchFamily="66" charset="0"/>
            </a:endParaRPr>
          </a:p>
          <a:p>
            <a:pPr marL="0" indent="0">
              <a:buFont typeface="Arial" pitchFamily="34" charset="0"/>
              <a:buNone/>
            </a:pPr>
            <a:endParaRPr lang="ru-RU" sz="2200" dirty="0">
              <a:cs typeface="Mongolian Baiti" panose="03000500000000000000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19" y="415636"/>
            <a:ext cx="3292710" cy="60516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25192" y="1082733"/>
            <a:ext cx="5956662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724400" y="2078182"/>
            <a:ext cx="5791200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89930" y="1995597"/>
            <a:ext cx="5791200" cy="3365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2800" dirty="0">
                <a:cs typeface="Mongolian Baiti" panose="03000500000000000000" pitchFamily="66" charset="0"/>
              </a:rPr>
              <a:t>1) </a:t>
            </a:r>
            <a:r>
              <a:rPr lang="en-US" sz="2800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Stalefull</a:t>
            </a:r>
            <a:r>
              <a:rPr lang="en-US" sz="28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 / Stateless </a:t>
            </a:r>
            <a:r>
              <a:rPr lang="ru-RU" sz="2800" dirty="0" err="1">
                <a:cs typeface="Mongolian Baiti" panose="03000500000000000000" pitchFamily="66" charset="0"/>
              </a:rPr>
              <a:t>комноненты</a:t>
            </a:r>
            <a:endParaRPr lang="en-US" sz="28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ru-RU" sz="2800" dirty="0">
                <a:cs typeface="Mongolian Baiti" panose="03000500000000000000" pitchFamily="66" charset="0"/>
              </a:rPr>
              <a:t>2) Частичные отказы</a:t>
            </a:r>
            <a:endParaRPr lang="en-US" sz="28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ru-RU" sz="2800" dirty="0">
                <a:solidFill>
                  <a:srgbClr val="000000"/>
                </a:solidFill>
                <a:cs typeface="Mongolian Baiti" panose="03000500000000000000" pitchFamily="66" charset="0"/>
              </a:rPr>
              <a:t>3) </a:t>
            </a:r>
            <a:r>
              <a:rPr lang="ru-RU" sz="2800" dirty="0" err="1">
                <a:solidFill>
                  <a:srgbClr val="000000"/>
                </a:solidFill>
                <a:cs typeface="Mongolian Baiti" panose="03000500000000000000" pitchFamily="66" charset="0"/>
              </a:rPr>
              <a:t>Партиционирование</a:t>
            </a:r>
            <a:r>
              <a:rPr lang="ru-RU" sz="2800" dirty="0">
                <a:solidFill>
                  <a:srgbClr val="000000"/>
                </a:solidFill>
                <a:cs typeface="Mongolian Baiti" panose="03000500000000000000" pitchFamily="66" charset="0"/>
              </a:rPr>
              <a:t> данных</a:t>
            </a:r>
            <a:endParaRPr lang="en-US" sz="2800" dirty="0">
              <a:solidFill>
                <a:srgbClr val="000000"/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ru-RU" sz="2800" dirty="0">
                <a:solidFill>
                  <a:srgbClr val="000000"/>
                </a:solidFill>
                <a:cs typeface="Mongolian Baiti" panose="03000500000000000000" pitchFamily="66" charset="0"/>
              </a:rPr>
              <a:t>4) Репликация данных</a:t>
            </a:r>
            <a:endParaRPr lang="en-US" sz="2800" dirty="0">
              <a:solidFill>
                <a:srgbClr val="000000"/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endParaRPr lang="ru-RU" sz="2800" dirty="0">
              <a:cs typeface="Mongolian Baiti" panose="03000500000000000000" pitchFamily="66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720B907-31C3-45DC-BCED-6F7BC0F881C4}"/>
              </a:ext>
            </a:extLst>
          </p:cNvPr>
          <p:cNvSpPr txBox="1">
            <a:spLocks/>
          </p:cNvSpPr>
          <p:nvPr/>
        </p:nvSpPr>
        <p:spPr>
          <a:xfrm>
            <a:off x="1510146" y="1451889"/>
            <a:ext cx="10465526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cs typeface="Mongolian Baiti" panose="03000500000000000000" pitchFamily="66" charset="0"/>
              </a:rPr>
              <a:t>Концепции курса: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D2331496-02FD-4A37-9789-41EFF647D948}"/>
              </a:ext>
            </a:extLst>
          </p:cNvPr>
          <p:cNvSpPr txBox="1">
            <a:spLocks/>
          </p:cNvSpPr>
          <p:nvPr/>
        </p:nvSpPr>
        <p:spPr>
          <a:xfrm>
            <a:off x="888274" y="1825625"/>
            <a:ext cx="10465526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606" y="-8233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43897" y="2958802"/>
            <a:ext cx="10141526" cy="781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126</Words>
  <Application>Microsoft Office PowerPoint</Application>
  <PresentationFormat>Широкоэкранный</PresentationFormat>
  <Paragraphs>21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Mongolian Baiti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gbiger000@gmail.com</cp:lastModifiedBy>
  <cp:revision>6</cp:revision>
  <dcterms:created xsi:type="dcterms:W3CDTF">2025-12-20T06:49:37Z</dcterms:created>
  <dcterms:modified xsi:type="dcterms:W3CDTF">2025-12-20T09:32:37Z</dcterms:modified>
</cp:coreProperties>
</file>